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5F9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Visual accuracy</c:v>
                  </c:pt>
                  <c:pt idx="1">
                    <c:v>PII detection</c:v>
                  </c:pt>
                  <c:pt idx="2">
                    <c:v>Redaction precision</c:v>
                  </c:pt>
                  <c:pt idx="3">
                    <c:v>Client resources</c:v>
                  </c:pt>
                  <c:pt idx="4">
                    <c:v>Latency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5F9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1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42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E142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SIH 2026  ·  ISRO  ·  PS26171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9601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Visual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Light-weight Browser Agents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Dossier — what the problem statement actually asks for, who else is working on this, and how to answer “why hasn’t this been done before” in the room.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623560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5623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Org: ISRO / Dept. of Space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562356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5623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Deadline: 20 Sep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562356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56235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Prize: ₹1,00,000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424160" y="1005840"/>
            <a:ext cx="1051560" cy="256032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1554480"/>
            <a:ext cx="914400" cy="256032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2103120"/>
            <a:ext cx="777240" cy="256032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3200400"/>
            <a:ext cx="1051560" cy="256032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0" y="3749040"/>
            <a:ext cx="914400" cy="256032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verdict, up front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internalize before any other slide.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3FBF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F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real, open problem.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PS26171 is confirmed against the official SIH 2026 catalogue. Our architecture docs already track it almost line-for-line.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194560"/>
            <a:ext cx="566928" cy="566928"/>
          </a:xfrm>
          <a:prstGeom prst="ellipse">
            <a:avLst/>
          </a:prstGeom>
          <a:solidFill>
            <a:srgbClr val="E08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12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CONFIRMED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built this.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shipping product or paper does all four: on-device perception, local redaction, agentic action, and verified memory — together.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2194560"/>
            <a:ext cx="566928" cy="5669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410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12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2907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FIRST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3291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hasn’t this been done” has an answer.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425196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clusters exist, a few months old. Neither ships as an installable extension. That's our position — slide 5.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The official ask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Paraphrased from the SIH 2026 catalogue (pp. 224–225) — not from any prior team document.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extension runs a local vision model that reads the screen and redacts sensitive elements (faces, passwords, PII) before any network call is made.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sanitized, anonymized context is sent to a centralized LLM/VLM, which is aware of the redaction scheme and returns structured UI actions (click, scroll) for the extension to execute.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named explicitly: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WebGPU, WebAssembly, ONNX Runtime Web, Transformers.js. Cloud model OK during SIH; must support offline/open-weight later.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weight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223760" y="1874520"/>
          <a:ext cx="4343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Competitive landscape, re-verified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below checked against its own paper or benchmark page — not repeated on trust.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503920" y="16002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1E2A3E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0" y="1737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9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26060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checked redact locally before reasoning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35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6596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SeeAct (OSU)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8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51.1% live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screenshots → GPT-4V.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WebVoyager (Tencent)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8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 2024, no redaction step.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Skyvern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8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85.85% (WebVoyager)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GPT-4o, Planner–Actor–Validator.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8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89.1% (vendor)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81k stars, most-adopted, no privacy layer.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UI-TARS (ByteDance)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8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2B/7B/72B variants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3A1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score needs multi-GPU serving.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503920" y="3794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9-agent table with sources is in the companion dossier / Word doc.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Has this exact idea been done?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answer to “why hasn’t this been done before.” Pieces exist, recently — not the whole loop, and not as a shippable extension.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Tsinghua · Sep 2025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042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PrivWeb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+ screenshot analysis judges if on-screen data is contextually sensitive, masks it before the agent's LLM sees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297180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4754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08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 </a:t>
            </a:r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browser extension — no on-device WebGPU inference, no action-validation loop.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2026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3042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GUIGuard-Bench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real GUI-agent trajectories, 4,080 screenshots, region-level privacy annotations.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617720"/>
            <a:ext cx="297180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754880" y="4754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08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 </a:t>
            </a:r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even frontier models (incl. Claude) still struggle here — confirmed open, not 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0" y="1993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2025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3042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Practices of Browser Agents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9718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Browser Use &amp; Claude Computer Use: both send full screenshots/DOM to LLM APIs, unfiltered.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0" y="4617720"/>
            <a:ext cx="297180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595360" y="47548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E08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 </a:t>
            </a:r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academic confirmation of the exact failure mode this project fixes.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Where this gets genuinely hard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real engineering risk — own these on purpose, before a judge finds them.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7202F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37944"/>
            <a:ext cx="493776" cy="49377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37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4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WebGPU coverage isn't universal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7830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global support (late 2025) — Firefox/Linux, some Android combos still rolling out. WASM/CPU fallback is required, not polish.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7202F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79192"/>
            <a:ext cx="493776" cy="493776"/>
          </a:xfrm>
          <a:prstGeom prst="ellipse">
            <a:avLst/>
          </a:prstGeom>
          <a:solidFill>
            <a:srgbClr val="E08A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679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4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62432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 V3 kills background state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62432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dies after ~30s idle, wakes with no memory. Perception/PVM state must be checkpointed to storage.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7202F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520440"/>
            <a:ext cx="493776" cy="493776"/>
          </a:xfrm>
          <a:prstGeom prst="ellipse">
            <a:avLst/>
          </a:prstGeom>
          <a:solidFill>
            <a:srgbClr val="3FBF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520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4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655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redaction has UX cost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465576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uncertain content is correct — but it stalls the agent live. Script this trade-off on purpose.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7202F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61688"/>
            <a:ext cx="493776" cy="49377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361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4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30682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Canary tests prove one run, not the system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30682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payload verification is a strong demo — but only for the seeded canary values. Say this before a judge does.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17202F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202936"/>
            <a:ext cx="493776" cy="493776"/>
          </a:xfrm>
          <a:prstGeom prst="ellipse">
            <a:avLst/>
          </a:prstGeom>
          <a:solidFill>
            <a:srgbClr val="E08A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202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4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4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1480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PVM memory can go stale silently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514807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cached action replayed on a changed UI is the classic failure. Have a “the button moved” demo moment ready.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Room-ready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Q1–2 of 4 — use these directly, each backed by a slide above, not confidence alone.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this been done before?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FBF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 local PII masking for agents (PrivWeb, Sep 2025) and mature in-browser WebGPU inference (~85% support only through 2025) both became feasible only recently. Nobody has shipped both together, plus action execution and verified memory, as an installable extension. GUIGuard-Bench (Jan 2026) confirms even frontier models still struggle at the core sub-problem.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78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this just Browser Use / UI-TARS with a filter bolted on?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FBF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those send the full screenshot or DOM to the model by default. Redaction, where it exists at all, sits in front of a chat box (PII Shield, pii-guard) — never in front of an agent about to click and type. The redaction has to be the network gate itself, not a preprocessing step someone could route around.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Room-ready answers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Q3–4 of 4.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prove privacy instead of just claiming it?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FBF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inspection with seeded canary PII values (e.g. CANARY_EMAIL_12345) and a SHA-256 hash of the exact received payload — if a canary shows up server-side, the test fails visibly, on camera, not on a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7202F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788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3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accuracy/latency can you actually promise?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FBF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yet, honestly — and that's the correct answer. The official rubric already weights this (25/20/20/20/15); the deliverable is a benchmark run on named hardware, not a projected number. Judges penalize invented precision more than an honest “measured, not assumed.”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3774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real, the requirements match our docs, and the gap in existing work is genuine — not assumed. Build the redaction-firewall + verified-memory loop, keep the honesty about what's measured vs. targeted, and the deadlock is over.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4206240" cy="329184"/>
          </a:xfrm>
          <a:prstGeom prst="roundRect">
            <a:avLst>
              <a:gd name="adj" fmla="val 16667"/>
            </a:avLst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sourced dossier + Word doc → team drive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166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primary sources — SIH catalogue, arXiv papers, vendor benchmark pages — all linked in the companion dossier.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92640" y="1005840"/>
            <a:ext cx="17373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554480"/>
            <a:ext cx="15087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0" y="2103120"/>
            <a:ext cx="12801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2651760"/>
            <a:ext cx="10515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3200400"/>
            <a:ext cx="17373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0" y="3749040"/>
            <a:ext cx="15087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0" y="4297680"/>
            <a:ext cx="1280160" cy="292608"/>
          </a:xfrm>
          <a:prstGeom prst="rect">
            <a:avLst/>
          </a:prstGeom>
          <a:solidFill>
            <a:srgbClr val="1E2A3E"/>
          </a:solidFill>
          <a:ln w="9525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PS26171 RESEARCH DOSSIER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2026-08-27T10:23:28Z</dcterms:created>
  <dcterms:modified xsi:type="dcterms:W3CDTF">2026-08-27T10:23:28Z</dcterms:modified>
</cp:coreProperties>
</file>